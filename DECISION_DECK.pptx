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Decisions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Aggregator MVP —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Gaps in Original Plan (4 are blockers)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011680" cy="1097280"/>
          </a:xfrm>
          <a:prstGeom prst="rect">
            <a:avLst/>
          </a:prstGeom>
          <a:solidFill>
            <a:srgbClr val="FFE5E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Content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hrs, not 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828800"/>
            <a:ext cx="2011680" cy="1097280"/>
          </a:xfrm>
          <a:prstGeom prst="rect">
            <a:avLst/>
          </a:prstGeom>
          <a:solidFill>
            <a:srgbClr val="FFE5E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🛑 Moderation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2011680" cy="1097280"/>
          </a:xfrm>
          <a:prstGeom prst="rect">
            <a:avLst/>
          </a:prstGeom>
          <a:solidFill>
            <a:srgbClr val="FFE5E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Submissions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until ready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828800"/>
            <a:ext cx="2011680" cy="1097280"/>
          </a:xfrm>
          <a:prstGeom prst="rect">
            <a:avLst/>
          </a:prstGeom>
          <a:solidFill>
            <a:srgbClr val="FFE5E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Legal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FTC + attribution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news: 4-week timeline STILL realistic. Requires honest estimates + full team committed.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1: Content Launch Size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RECOMMENDED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hacks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(quality-first)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0" y="1188720"/>
            <a:ext cx="320040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4173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hacks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(volume)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Choose: □ 300 (conservative)    □ 500 (ambitious)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2: Submission Timing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1-4: Closed  →  Week 5: Waitlist  →  Week 8: Open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Choose: □ Locked in (phased approach)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 &amp; 4: Monetization &amp; Team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at Launch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1097280"/>
          </a:xfrm>
          <a:prstGeom prst="rect">
            <a:avLst/>
          </a:prstGeom>
          <a:solidFill>
            <a:srgbClr val="E8F5E9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Affiliate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+ FTC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(growth)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6032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(not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Capacity: 3.5 FTE available NOW?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Backend Dev (40 hrs/wk)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Frontend Dev (40 hrs/wk)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Content Lead (40 hrs/wk)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Designer (20 hrs/wk)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Still 4 Weeks (Realistic)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436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Parallel: Backend + Frontend + Content (Weeks 1-4)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Realistic: 65 hrs content (not 8), 8 hrs moderation (not 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team: All-in (3.5 FTE) before Monday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Decisions locked EOW  →  Sprint 1 starts Monday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2026-04-28T22:48:24Z</dcterms:created>
  <dcterms:modified xsi:type="dcterms:W3CDTF">2026-04-28T22:48:24Z</dcterms:modified>
</cp:coreProperties>
</file>